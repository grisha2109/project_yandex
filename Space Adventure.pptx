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6C723C-E6E5-46C7-AF65-601D346408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226" y="1447799"/>
            <a:ext cx="8825658" cy="3329581"/>
          </a:xfrm>
        </p:spPr>
        <p:txBody>
          <a:bodyPr/>
          <a:lstStyle/>
          <a:p>
            <a:r>
              <a:rPr lang="en-US" dirty="0"/>
              <a:t>Space Adventure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F57EF38-A734-493B-90CD-E5DAB5310D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Артём мешков и </a:t>
            </a:r>
            <a:r>
              <a:rPr lang="ru-RU" dirty="0" err="1"/>
              <a:t>григорий</a:t>
            </a:r>
            <a:r>
              <a:rPr lang="ru-RU" dirty="0"/>
              <a:t> филин</a:t>
            </a:r>
          </a:p>
        </p:txBody>
      </p:sp>
      <p:pic>
        <p:nvPicPr>
          <p:cNvPr id="1028" name="Picture 4" descr="https://cdn.qwenlm.ai/output/17c25df4-a5b4-4694-9db9-b13c6077ac52/t2i/bc08f595-748a-4000-8af0-d0ba9d181b52/1769368481.png?key=eyJhbGciOiJIUzI1NiIsInR5cCI6IkpXVCJ9.eyJyZXNvdXJjZV91c2VyX2lkIjoiMTdjMjVkZjQtYTViNC00Njk0LTlkYjktYjEzYzYwNzdhYzUyIiwicmVzb3VyY2VfaWQiOiIxNzY5MzY4NDgxIiwicmVzb3VyY2VfY2hhdF9pZCI6IjA3ZDM0N2Q4LTFjYWItNGNhNC1iMzU3LWY1ZDNiNDUwNDlhNCJ9.B0QQvDPBINH8FMkj11ZAGmBOilpglncT6QNlJGiz488&amp;x-oss-process=image/resize,m_mfit,w_450,h_450">
            <a:extLst>
              <a:ext uri="{FF2B5EF4-FFF2-40B4-BE49-F238E27FC236}">
                <a16:creationId xmlns:a16="http://schemas.microsoft.com/office/drawing/2014/main" id="{33EA2B14-20B1-4D9E-A2E9-D35CBA1C8C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7713" y="0"/>
            <a:ext cx="3824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13746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90EFB9-68E1-4BD1-BAD8-7FE26B946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 проекте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D71134A-C186-47CB-B5E1-910918A3E4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146" y="2052917"/>
            <a:ext cx="8946541" cy="4195481"/>
          </a:xfrm>
        </p:spPr>
        <p:txBody>
          <a:bodyPr>
            <a:normAutofit/>
          </a:bodyPr>
          <a:lstStyle/>
          <a:p>
            <a:r>
              <a:rPr lang="ru-RU" dirty="0"/>
              <a:t>Игрок управляет космическим кораблём, собирает ценный мусор, уклоняется от астероидов и использует бонусы — щит, магнит и замедление времени.</a:t>
            </a:r>
          </a:p>
          <a:p>
            <a:r>
              <a:rPr lang="ru-RU" dirty="0"/>
              <a:t>В проекте реализованы: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Система рекордов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Анимированные частицы и визуальные эффекты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Главное меню и плавные переходы</a:t>
            </a:r>
          </a:p>
          <a:p>
            <a:pPr marL="457200" indent="-457200">
              <a:buFont typeface="+mj-lt"/>
              <a:buAutoNum type="arabicPeriod"/>
            </a:pP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E42E8AF-27B6-4D23-B069-8E6B49C1E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0851" y="2856591"/>
            <a:ext cx="3398003" cy="2588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1121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B9C8FA-95A7-4997-9080-F9EC75E90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Функционал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839760A-EE7E-4D8F-BEA1-ED9093531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807" y="1425389"/>
            <a:ext cx="8946541" cy="4195481"/>
          </a:xfrm>
        </p:spPr>
        <p:txBody>
          <a:bodyPr/>
          <a:lstStyle/>
          <a:p>
            <a:r>
              <a:rPr lang="ru-RU" dirty="0"/>
              <a:t>В нашей игре нужно собирать ценный мусор и обычный ,а также уворачиваться от метеоритов.</a:t>
            </a:r>
          </a:p>
          <a:p>
            <a:r>
              <a:rPr lang="ru-RU" dirty="0"/>
              <a:t>Для более интересного геймплея мы добавили улучшения, такие как</a:t>
            </a:r>
            <a:r>
              <a:rPr lang="en-US" dirty="0"/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Замедление времени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Магнит, притягивающий мусор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Щит, защищающий от метеорита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4E97536-2B5E-4479-B4E1-DC2CDCA31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3652" y="2877442"/>
            <a:ext cx="2572294" cy="185754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169CBC6-C30E-4FC7-B01E-10090EC8A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6364" y="1656434"/>
            <a:ext cx="2349548" cy="18336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6E8BE50-9C6D-4C9F-B735-1B1C9C3194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4530" y="4132321"/>
            <a:ext cx="2169426" cy="2461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7628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FA64AF-4C82-4FD9-B36A-4BB7EABAB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E8B54AD-E339-4E2A-BDB6-1739FA70EB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ED2090F-0349-4379-BF8B-29937F59D7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61" y="754025"/>
            <a:ext cx="3766826" cy="2398116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3D7980F-7F24-48A1-88FD-509D39D6E6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5576" y="1325013"/>
            <a:ext cx="3524228" cy="3639399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6A6810B-B03D-4CF3-99A6-37CA0D9B7E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3662" y="3778654"/>
            <a:ext cx="2604255" cy="2626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80999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30E055-8952-4812-A433-8C3FEE7C2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можно добавить в дальнейшем?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F2C4155-A5AB-447C-891A-AF77656D7E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3" y="2052918"/>
            <a:ext cx="6489794" cy="3442447"/>
          </a:xfrm>
        </p:spPr>
        <p:txBody>
          <a:bodyPr>
            <a:normAutofit fontScale="92500" lnSpcReduction="20000"/>
          </a:bodyPr>
          <a:lstStyle/>
          <a:p>
            <a:r>
              <a:rPr lang="ru-RU" sz="4000" dirty="0"/>
              <a:t>Систему уровней</a:t>
            </a:r>
          </a:p>
          <a:p>
            <a:r>
              <a:rPr lang="ru-RU" sz="4000" dirty="0"/>
              <a:t>Магазин </a:t>
            </a:r>
            <a:r>
              <a:rPr lang="ru-RU" sz="4000" dirty="0" err="1"/>
              <a:t>скинов</a:t>
            </a:r>
            <a:endParaRPr lang="ru-RU" sz="4000" dirty="0"/>
          </a:p>
          <a:p>
            <a:r>
              <a:rPr lang="ru-RU" sz="4000" dirty="0"/>
              <a:t>Новые окружения</a:t>
            </a:r>
          </a:p>
          <a:p>
            <a:r>
              <a:rPr lang="ru-RU" sz="4000" dirty="0"/>
              <a:t>Новые противники </a:t>
            </a:r>
          </a:p>
          <a:p>
            <a:r>
              <a:rPr lang="ru-RU" sz="4000" dirty="0"/>
              <a:t>Вход через ГОСУСЛУГИ</a:t>
            </a:r>
          </a:p>
          <a:p>
            <a:r>
              <a:rPr lang="ru-RU" sz="4000" dirty="0"/>
              <a:t>И </a:t>
            </a:r>
            <a:r>
              <a:rPr lang="ru-RU" sz="4000" dirty="0" err="1"/>
              <a:t>т.д</a:t>
            </a:r>
            <a:endParaRPr lang="ru-RU" sz="4000" dirty="0"/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2050" name="Picture 2" descr="https://avatars.mds.yandex.net/i?id=2764a1843c261a220dda4f47bb5fd277afd451ed-15541730-images-thumbs&amp;n=13">
            <a:extLst>
              <a:ext uri="{FF2B5EF4-FFF2-40B4-BE49-F238E27FC236}">
                <a16:creationId xmlns:a16="http://schemas.microsoft.com/office/drawing/2014/main" id="{D2933475-45E2-49D3-950E-6AF6A4D058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1718" y="2052918"/>
            <a:ext cx="2985246" cy="3131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66891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DA4FA6-8392-4832-9945-1815A029E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7366" y="2877671"/>
            <a:ext cx="10274952" cy="1781530"/>
          </a:xfrm>
        </p:spPr>
        <p:txBody>
          <a:bodyPr/>
          <a:lstStyle/>
          <a:p>
            <a:r>
              <a:rPr lang="ru-RU" dirty="0"/>
              <a:t>Спасибо за внимание!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C4420C-9796-428E-9FFE-D1B05F27D8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5527229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Ион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32</TotalTime>
  <Words>112</Words>
  <Application>Microsoft Office PowerPoint</Application>
  <PresentationFormat>Широкоэкранный</PresentationFormat>
  <Paragraphs>22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Century Gothic</vt:lpstr>
      <vt:lpstr>Wingdings 3</vt:lpstr>
      <vt:lpstr>Ион</vt:lpstr>
      <vt:lpstr>Space Adventure</vt:lpstr>
      <vt:lpstr>О проекте</vt:lpstr>
      <vt:lpstr>Функционал</vt:lpstr>
      <vt:lpstr>Презентация PowerPoint</vt:lpstr>
      <vt:lpstr>Что можно добавить в дальнейшем?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Space Adventure</dc:title>
  <dc:creator>Пользователь</dc:creator>
  <cp:lastModifiedBy>Пользователь</cp:lastModifiedBy>
  <cp:revision>3</cp:revision>
  <dcterms:created xsi:type="dcterms:W3CDTF">2026-01-25T19:10:07Z</dcterms:created>
  <dcterms:modified xsi:type="dcterms:W3CDTF">2026-01-25T19:42:28Z</dcterms:modified>
</cp:coreProperties>
</file>